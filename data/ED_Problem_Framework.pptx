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-5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Weightage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EA0-4451-B216-7DA037B167C8}"/>
              </c:ext>
            </c:extLst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EA0-4451-B216-7DA037B167C8}"/>
              </c:ext>
            </c:extLst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EA0-4451-B216-7DA037B167C8}"/>
              </c:ext>
            </c:extLst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EA0-4451-B216-7DA037B167C8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231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Stress-Driven Mis-Triage</c:v>
                </c:pt>
                <c:pt idx="1">
                  <c:v>Cognitive Overload</c:v>
                </c:pt>
                <c:pt idx="2">
                  <c:v>Fragmented Digital Health Records</c:v>
                </c:pt>
                <c:pt idx="3">
                  <c:v>Wasted Hospital Data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</c:v>
                </c:pt>
                <c:pt idx="1">
                  <c:v>21</c:v>
                </c:pt>
                <c:pt idx="2">
                  <c:v>19</c:v>
                </c:pt>
                <c:pt idx="3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EA0-4451-B216-7DA037B167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231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4F9F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9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9122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7F0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 Triage Assistant AI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868680" y="2606040"/>
            <a:ext cx="100584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743200"/>
            <a:ext cx="10543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3200400"/>
            <a:ext cx="105430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Overcrowding, cognitive overload, and fragmented data are driving deadly triage errors in the Emergency Department</a:t>
            </a:r>
          </a:p>
          <a:p>
            <a:pPr marL="0" indent="0">
              <a:lnSpc>
                <a:spcPct val="115000"/>
              </a:lnSpc>
              <a:buNone/>
            </a:pPr>
            <a:endParaRPr lang="en-US" sz="3000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--</a:t>
            </a:r>
            <a:r>
              <a:rPr lang="en-US" sz="3200" b="1" dirty="0"/>
              <a:t>Emergency Department triage staff struggle to make timely and accurate decisions due to overcrowding, cognitive overload, and fragmented patient data, leading to delayed treatment, </a:t>
            </a:r>
            <a:r>
              <a:rPr lang="en-US" sz="3200" b="1" dirty="0" err="1"/>
              <a:t>misprioritization</a:t>
            </a:r>
            <a:r>
              <a:rPr lang="en-US" sz="3200" b="1" dirty="0"/>
              <a:t> of critical cases, and potentially life-threatening outcomes.</a:t>
            </a:r>
            <a:endParaRPr lang="en-US" sz="3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268712" y="6492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7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Prioritization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7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 the 4 problems that support the core statement, to identify the single highest-impact issue to solve first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600200"/>
          <a:ext cx="69494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35240" y="1600200"/>
            <a:ext cx="409651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0" y="1755648"/>
            <a:ext cx="3639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 Criteria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863840" y="2103120"/>
            <a:ext cx="36393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Patient-safety impact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/ urgency in daily ED operation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cost &amp; efficiency impact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technical feasibility to address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635240" y="3657600"/>
            <a:ext cx="4096512" cy="2057400"/>
          </a:xfrm>
          <a:prstGeom prst="roundRect">
            <a:avLst>
              <a:gd name="adj" fmla="val 3556"/>
            </a:avLst>
          </a:prstGeom>
          <a:solidFill>
            <a:srgbClr val="E4572E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0" y="3822192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PRIORITY — 43%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863840" y="4096512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Stress-Driven Mis-Triage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863840" y="4663440"/>
            <a:ext cx="3639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FFE7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Overcrowding and time pressure push ED staff toward deadly over- and under-triage decisions.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0268712" y="6492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Selected Problem Statement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7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Stress-Driven Mis-Triage carries the highest weightage (43%) of the 4 core problems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10451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“ED nurses and physicians are forced into deadly over-triage or under-triage decisions, driven by overcrowding and time pressure.”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3A3F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990088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990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29169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Patient-Safety Impact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63040" y="321868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tied to patient morbidity and mortality — the highest ethical and clinical stake of any ED issue.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55080" y="278892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3A3F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56248" y="2990088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6556248" y="29900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69480" y="29169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Critical Incidents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69480" y="321868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frequently cited root cause behind reportable ED sentinel events and near-misses.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3A3F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9808" y="4361688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361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63040" y="42885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Legal Exposure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63040" y="459028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Mis-triage errors carry direct malpractice and accreditation risk for the hospital.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55080" y="4160520"/>
            <a:ext cx="5257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1B3A3F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56248" y="4361688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6556248" y="43616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69480" y="428853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Measurable KPI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69480" y="459028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Over-triage and under-triage rates are already tracked — giving a clean baseline and success metric.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55778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contributing reasons = 43% overall weightage, the highest of the 4 core problem areas.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268712" y="6492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0116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Delivery Framework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768096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7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 working model to how mis-triage actually happens in a live, 24/7 Emergency Department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Framework</a:t>
                      </a:r>
                      <a:endParaRPr lang="en-US" sz="11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Fit</a:t>
                      </a:r>
                      <a:endParaRPr lang="en-US" sz="11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Why it fits</a:t>
                      </a:r>
                      <a:endParaRPr lang="en-US" sz="11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Why it falls short</a:t>
                      </a:r>
                      <a:endParaRPr lang="en-US" sz="11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2313A"/>
                          </a:solidFill>
                        </a:rPr>
                        <a:t>Lean</a:t>
                      </a:r>
                      <a:endParaRPr lang="en-US" sz="11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A896"/>
                          </a:solidFill>
                        </a:rPr>
                        <a:t>Strong fit</a:t>
                      </a:r>
                      <a:endParaRPr lang="en-US" sz="95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C7A80"/>
                          </a:solidFill>
                        </a:rPr>
                        <a:t>Directly targets the root cause — mis-triage is treated as a defect/waste to eliminate through continuous small-batch fixes.</a:t>
                      </a:r>
                      <a:endParaRPr lang="en-US" sz="95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C7A80"/>
                          </a:solidFill>
                        </a:rPr>
                        <a:t>No built-in mechanism for visualizing real-time flow or capacity — needs pairing with a flow-control method like Kanban.</a:t>
                      </a:r>
                      <a:endParaRPr lang="en-US" sz="95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2313A"/>
                          </a:solidFill>
                        </a:rPr>
                        <a:t>Kanban</a:t>
                      </a:r>
                      <a:endParaRPr lang="en-US" sz="11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A896"/>
                          </a:solidFill>
                        </a:rPr>
                        <a:t>Strong fit</a:t>
                      </a:r>
                      <a:endParaRPr lang="en-US" sz="95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C7A80"/>
                          </a:solidFill>
                        </a:rPr>
                        <a:t>Visualizes live patient flow and enforces WIP limits, matching the ED's continuous, unscheduled 24/7 rhythm.</a:t>
                      </a:r>
                      <a:endParaRPr lang="en-US" sz="95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C7A80"/>
                          </a:solidFill>
                        </a:rPr>
                        <a:t>Doesn't structure how the AI/software itself gets built — no sprint cadence or iteration planning on its own.</a:t>
                      </a:r>
                      <a:endParaRPr lang="en-US" sz="95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2313A"/>
                          </a:solidFill>
                        </a:rPr>
                        <a:t>Agile</a:t>
                      </a:r>
                      <a:endParaRPr lang="en-US" sz="11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5C7A80"/>
                          </a:solidFill>
                        </a:rPr>
                        <a:t>Partial fit</a:t>
                      </a:r>
                      <a:endParaRPr lang="en-US" sz="95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C7A80"/>
                          </a:solidFill>
                        </a:rPr>
                        <a:t>Iterative mindset lets the triage tool adapt quickly as clinical feedback comes in from frontline staff.</a:t>
                      </a:r>
                      <a:endParaRPr lang="en-US" sz="95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C7A80"/>
                          </a:solidFill>
                        </a:rPr>
                        <a:t>A philosophy, not a workflow — without Scrum or Kanban underneath it, there's no concrete flow-control for triage.</a:t>
                      </a:r>
                      <a:endParaRPr lang="en-US" sz="95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2313A"/>
                          </a:solidFill>
                        </a:rPr>
                        <a:t>Scrum</a:t>
                      </a:r>
                      <a:endParaRPr lang="en-US" sz="11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5C7A80"/>
                          </a:solidFill>
                        </a:rPr>
                        <a:t>Partial fit</a:t>
                      </a:r>
                      <a:endParaRPr lang="en-US" sz="95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C7A80"/>
                          </a:solidFill>
                        </a:rPr>
                        <a:t>Gives the AI development team a predictable 2-week cadence, with clinicians reviewing every increment.</a:t>
                      </a:r>
                      <a:endParaRPr lang="en-US" sz="95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C7A80"/>
                          </a:solidFill>
                        </a:rPr>
                        <a:t>Fixed sprint boundaries don't map to a 24/7 clinical operation that never pauses between iterations.</a:t>
                      </a:r>
                      <a:endParaRPr lang="en-US" sz="95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2313A"/>
                          </a:solidFill>
                        </a:rPr>
                        <a:t>Waterfall</a:t>
                      </a:r>
                      <a:endParaRPr lang="en-US" sz="110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5C7A80"/>
                          </a:solidFill>
                        </a:rPr>
                        <a:t>Weak fit</a:t>
                      </a:r>
                      <a:endParaRPr lang="en-US" sz="95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C7A80"/>
                          </a:solidFill>
                        </a:rPr>
                        <a:t>Sequential, fully-documented phases suit regulatory sign-off and audit-style traceability.</a:t>
                      </a:r>
                      <a:endParaRPr lang="en-US" sz="95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5C7A80"/>
                          </a:solidFill>
                        </a:rPr>
                        <a:t>Too rigid and slow to adapt once triage-model insights or clinical needs change mid-build — high risk in a fast-moving ED.</a:t>
                      </a:r>
                      <a:endParaRPr lang="en-US" sz="950" dirty="0"/>
                    </a:p>
                  </a:txBody>
                  <a:tcPr marT="54864" marB="54864" anchor="ctr">
                    <a:lnL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B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44068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028090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5577840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Recommended: Lean + Kanban Hybrid — with Scrum for the supporting AI dev team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8680" y="5989320"/>
            <a:ext cx="10451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7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eliminates mis-triage as operational waste; Kanban visualizes continuous ED flow without forcing artificial sprint cycles onto a 24/7 environment.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268712" y="6492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550</Words>
  <Application>Microsoft Office PowerPoint</Application>
  <PresentationFormat>Widescreen</PresentationFormat>
  <Paragraphs>68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GANAPATHI KAKARLA</cp:lastModifiedBy>
  <cp:revision>2</cp:revision>
  <dcterms:created xsi:type="dcterms:W3CDTF">2026-08-12T05:32:05Z</dcterms:created>
  <dcterms:modified xsi:type="dcterms:W3CDTF">2026-09-03T09:16:52Z</dcterms:modified>
</cp:coreProperties>
</file>